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6868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CLI engine, backend, data model, and the contract that ties them together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deep-dive  ·  May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GCS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CLI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47548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4754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Per-tenant: one VM, one Docker container, one SQLite file, one bucket. Everything else is a subprocess or an outbound HTTP call.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5029200"/>
          </a:xfrm>
          <a:prstGeom prst="rect">
            <a:avLst/>
          </a:prstGeom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058400" y="6199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cloud sub-account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0" y="1691640"/>
            <a:ext cx="7315200" cy="4480560"/>
          </a:xfrm>
          <a:prstGeom prst="rect">
            <a:avLst/>
          </a:prstGeom>
          <a:ln w="12700">
            <a:solidFill>
              <a:srgbClr val="10B98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297680" y="5943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GCE VM  ·  Docker  ·  /appdata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0" y="1965960"/>
            <a:ext cx="5760720" cy="3566160"/>
          </a:xfrm>
          <a:prstGeom prst="rect">
            <a:avLst/>
          </a:prstGeom>
          <a:ln w="12700">
            <a:solidFill>
              <a:srgbClr val="7C3AED"/>
            </a:solidFill>
            <a:prstDash val="dash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20440"/>
            <a:ext cx="45720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40690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280160" y="379476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691640" y="342900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91640" y="3429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 balancer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91640" y="4251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 ·  Next.js  ·  Nginx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17520" y="379476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83280" y="2651760"/>
            <a:ext cx="640080" cy="2286000"/>
          </a:xfrm>
          <a:prstGeom prst="roundRect">
            <a:avLst>
              <a:gd name="adj" fmla="val 714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0" y="2651760"/>
            <a:ext cx="640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51760" y="4956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API key · CORS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069080" y="3794760"/>
            <a:ext cx="1554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623560" y="3246120"/>
            <a:ext cx="1554480" cy="1143000"/>
          </a:xfrm>
          <a:prstGeom prst="roundRect">
            <a:avLst>
              <a:gd name="adj" fmla="val 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2356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calibrate-backend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4884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029200" y="2148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5488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/appdata/pense.db · daily snapshots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400800" y="3246120"/>
            <a:ext cx="137160" cy="-5486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7543800" y="26060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543800" y="2606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CLI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543800" y="3246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engine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(spawned per job)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178040" y="3657600"/>
            <a:ext cx="365760" cy="-4572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543800" y="3703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54380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runner threads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4380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queues  ·  pid/pgid tracked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7178040" y="3931920"/>
            <a:ext cx="365760" cy="914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9692640" y="3246120"/>
            <a:ext cx="1417320" cy="11430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692640" y="3246120"/>
            <a:ext cx="1417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9189720" y="2926080"/>
            <a:ext cx="502920" cy="5943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9189720" y="4023360"/>
            <a:ext cx="50292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502920" y="5212080"/>
            <a:ext cx="352044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4360" y="52578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from CLI / backend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594360" y="550468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· OpenAI · Deepgram · Sarvam · ElevenLabs · Cartesia · Smallest · Google · Groq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(AWS) or GCS (S3 interop) — presigned URLs only, never persisted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· Langfuse via OTLP (set via ENABLE_TRACING + OTEL_EXPORTER_OTLP_ENDPOINT)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297680" y="5212080"/>
            <a:ext cx="7406640" cy="114300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434840" y="52578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isolation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4434840" y="54406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forks the frontend + backend repos and runs its own VM.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DB, no shared bucket, no shared OAuth client.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globally hosted thing is the open-source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calibrate-agent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 on PyPI.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is per-VM (MAX_CONCURRENT_JOBS defaults to 1). Scale horizontally by giving a tenant a bigger box, not by adding nodes.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calibrate CLI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Calibrate does runs through the open-source CLI. The backend is a thin orchestration layer; the UI is a thin frontend over that. No eval logic lives outside the CLI.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execution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93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datasets, evaluators, jobs, results pages. Forms produce REST calls.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926080"/>
            <a:ext cx="10972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calibrate-backend  (FastAPI)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entities, orchestrates jobs, snapshots evaluators, polls disk, uploads to S3.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31920"/>
            <a:ext cx="10972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05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CLI  (calibrate-agent on PyPI)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work: STT/TTS bench, LLM tests/benchmarks, voice/text sims, judge calls.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93776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010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 (OpenRouter, Deepgram, Sarvam, …)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HTTP / SDK calls. Single set of API keys, inherited by the CLI subprocess.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798064"/>
            <a:ext cx="0" cy="1188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371600" y="3803904"/>
            <a:ext cx="0" cy="1188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371600" y="4809744"/>
            <a:ext cx="0" cy="1188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600200" y="480974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subprocess.Popen()  +  files on disk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371600"/>
            <a:ext cx="557784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package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1828800"/>
            <a:ext cx="52120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 </a:t>
            </a:r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calibrate-agent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github.com/ARTPARK-SAHAI-ORG/calibrate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BY-SA 4.0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calibrate/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cli.py       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→ dispatch → module.main()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judges.py    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text_judge / audio_judge / simulation_judge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connections.py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TextAgentConnection — external HTTP agents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status.py    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round-trip per provider key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rate_limit.py   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token / req limiters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stt/ tts/ llm/ agent/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runners + leaderboards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integrations/smallest/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out-of-tree provider plug-in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ui/cli.bundle.mjs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Ink (React) TUI, launched via node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</a:t>
            </a:r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pipecat-ai==0.0.98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(pinned) + extras for cartesia, deepgram, google, groq, openrouter, local-smart-turn-v3, webrtc, websocket, tracing.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 surface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subcommand routes to one of four runners. The interactive Ink UI and the direct CLI both end up in the same module main().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75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03120"/>
                <a:gridCol w="3108960"/>
                <a:gridCol w="4069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trigger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Dispatches to (calibrate/...)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args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ui/cli.bundle.mjs  (mode=menu)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interactive Ink TUI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provider … -i dir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stt/benchmark.py:main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N STT providers in parallel against a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stt --eval-only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--dataset gt_pred.json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stt/benchmark.py:main (eval-only)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inference; score (gt, pred) pairs with evaluators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tts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-p provider 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tts/benchmark.py:main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Synthesize, score with audio_judge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 config.json (-m model)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llm/benchmark.py:main  OR  llm.tests.run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Pipecat-based agent tests; benchmark if multiple -m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llm --verify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--agent-url 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connections.TextAgentConnection.verify()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 external HTTP agent for response shape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llm --eval-only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--dataset cases.json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llm/run_tests.py:main (eval-only)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existing (test_case, output) pairs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simulations --type 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 config.json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llm/run_simulation.py:main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Multi-turn user-simulator → agent conversations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simulations --type voice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 config.json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agent/run_simulation.py:main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voice pipecat pipeline incl. interruptions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simulations --eval-only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--dataset transcripts.json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llm/run_simulation.py (eval-only)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existing transcripts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(any)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status.py:main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round-trip per provider — LLM chat, TTS synth, STT silence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 agent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-c config.json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agent/test.py  (runpy)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voice test (mic + speakers; not used by backend)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1280160"/>
            <a:ext cx="114757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651760" y="1280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trigger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0" y="12801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to (calibrate/...)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2801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internals — dispatch &amp; I/O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 → choose runner → asyncio.run(). Same pattern across STT, TTS, LLM, simulations. Output is always a directory tree; no streaming protocol with callers.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shape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291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branches per subcommand: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args / no config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_launch_ink_ui(mode)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`node ui/cli.bundle.mjs &lt;mode&gt;` as a child process; CLI exits when the TUI exits.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Direct invocation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Reshapes argparse.Namespace into sys.argv, hands off to the runner's argparse-based main(). Backend uses this path.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--eval-only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inference; reads a pre-built dataset of (gt, pred) | (test_case, output) | (conversation, history) pairs and runs evaluators only.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pre-check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config.agent_url is set, calibrate runs TextAgentConnection.verify() before any inference — backend skips this via --skip-verify because it has already verified.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1371600"/>
            <a:ext cx="37033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channels: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-p/-m (providers, models), -i (input dir / CSV), -l (language), -o (output dir), -n (parallel sims), -d / -dc (debug).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--config 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Per-runner JSON. Carries system_prompt, tools, test_cases, evaluators, personas_list, scenarios_list, agent_url + agent_headers, judge_model, …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the parent. python-dotenv loads .env on startup. Provider keys (OPENROUTER_API_KEY, DEEPGRAM_API_KEY, …) read by the corresponding service modules.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STT: MAX_PARALLEL_PROVIDERS=2.  LLM: MAX_PARALLEL_MODELS=2.  Sims: -n flag (default 1).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371600"/>
            <a:ext cx="37033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463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18288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on disk in -o: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results.csv 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outputs. Resumable: rows with existing id are skipped unless --overwrite.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metrics.json 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per evaluator + intrinsic metrics (WER, TTFB). Markers used by leaderboards.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leaderboard/*.xlsx | .csv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only when multiple providers/models ran. STT/TTS = workbook; LLM = csv.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/ results.log 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StreamTee-captured stdout. Held in a contextvars.ContextVar (provider_log_file) so concurrent runs don't cross-write.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judge / transcribe / synthesize call is @observe-decorated for Langfuse (no-op if LANGFUSE_PUBLIC_KEY unset).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Pipecat 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simulations and LLM tool-calling tests are both pipecat pipelines. STT/TTS bench, judges, and connections use the SDKs directly (no pipeline).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9768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pipecat is used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931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agent/bot.py  + agent/run_simulation.py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pipeline. SmallWebRTCTransport (prebuilt), pipecat STT/TTS services, OpenAI/OpenRouter LLM service, LocalSmartTurnV3 turn detection, RTVI processor, tracing setup.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llm/run_tests.py + llm/run_simulation.py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pipecat pipeline. Drives multi-turn conversations and tool-call evaluation deterministically: TranscriptionFrame → LLMContextAggregator → LLM service → FunctionCallResultFrame → ...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pipecat (not plain async)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protocol gives us a uniform way to (a) drive a real-time conversation with interruption handling, and (b) hook the same observers (LLMLogObserver, MetricsLogger, UserBotLatencyLogObserver) into every run.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685800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simulation — pipecat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(agent under test)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96596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44768" y="196596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(agent)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224028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60336" y="196596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0336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66176" y="224028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75904" y="196596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9659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0332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simulator (calibrate persona+scenario)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38862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416052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44768" y="38862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LLM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50608" y="416052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0336" y="38862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66176" y="4160520"/>
            <a:ext cx="10972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75904" y="38862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75904" y="3886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5520" y="2286000"/>
            <a:ext cx="17373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2286000"/>
            <a:ext cx="1737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(SmallWebRTC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turn detection)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2240280"/>
            <a:ext cx="758952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57232" y="3657600"/>
            <a:ext cx="-758952" cy="50292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29200" y="4800600"/>
            <a:ext cx="6583680" cy="548640"/>
          </a:xfrm>
          <a:prstGeom prst="rect">
            <a:avLst/>
          </a:prstGeom>
          <a:solidFill>
            <a:srgbClr val="ECFE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818888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Observers attached on every run:  LLMLogObserver  ·  MetricsLogger (TTFB, processing, usage)  ·  UserBotLatencyLogObserver  ·  TranscriptProcessor  ·  optional OTLP exporter → Langfuse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54406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tests use the same pipecat pipeline (without the audio frames) so tool-call routing matches voice behaviour exactly.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calibrate/judges.py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in Calibrate is produced by one of three judge entry points. All routed through OpenRouter on a single API key.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361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361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text_judge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0116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text grading (LLM tests, STT, sim turns).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evaluator → independent async call (asyncio.gather).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system_prompt = evaluator's prompt verbatim; user message = per-row context.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{ evaluator_name: { reasoning, match | score } }.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model: openai/gpt-5.4-mini.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51960" y="1371600"/>
            <a:ext cx="365760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3619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37760" y="15361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audio_judge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34840" y="20116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text_judge but attaches a base64 audio block to the user message.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by TTS pipeline only.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model: openai/gpt-audio (OpenRouter).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When the chosen judge_model lacks audio capability the call fails fast — no silent fallback.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046720" y="1371600"/>
            <a:ext cx="3657600" cy="2331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53619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2520" y="15361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simulation_judge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29600" y="201168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 full multi-turn transcript at end-of-conversation.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model: openai/gpt-5.4-mini.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 refuses to start a sim with no evaluators (require_simulation_evaluators) — there is no implicit default for sims.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886200"/>
            <a:ext cx="704088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39776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dict — the unit of grading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429768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str,  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echoed back as evaluator_id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str,       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unique key in result 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"system_prompt": str,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may contain {{variable}} placeholders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"judge_model": str,         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OpenRouter model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"binary" | "rating",  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binary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"scale_min": int, "scale_max": int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rating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Helpers: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is_rating()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evaluator_result_value()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render_evaluator()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(substitutes {{var}}),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require_unique_evaluator_names()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write_evaluator_config()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589520" y="3886200"/>
            <a:ext cx="4114800" cy="2514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77240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result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0" y="42976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"&lt;eval_name&gt;":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"reasoning":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"match":  bool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binary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"score": int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by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get_llm_judge_score()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</a:t>
            </a:r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metrics.json.criteria.&lt;name&gt; = {type, mean, scale_min?, scale_max?, …}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↔ CLI contract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treats the CLI as a black-box subprocess. Communication is one-way request (JSON config + flags) and one-way response (files on disk).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1945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job runner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details, hydrate evaluators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60904" y="1920240"/>
            <a:ext cx="14630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16352" y="1325880"/>
            <a:ext cx="21945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1325880"/>
            <a:ext cx="219456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config.json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07792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temp dir on local disk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0056" y="1920240"/>
            <a:ext cx="14630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75504" y="1325880"/>
            <a:ext cx="21945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5504" y="1325880"/>
            <a:ext cx="21945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5504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subprocess.Popen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['calibrate', '...'], stdout/stderr → files,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start_new_session=True, pid/pgid saved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79208" y="1920240"/>
            <a:ext cx="14630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34656" y="1325880"/>
            <a:ext cx="21945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1325880"/>
            <a:ext cx="21945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34656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writes files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26096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results.csv, metrics.json, leaderboards, *.wav,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transcript.json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38360" y="1920240"/>
            <a:ext cx="146304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93808" y="1325880"/>
            <a:ext cx="21945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1325880"/>
            <a:ext cx="21945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3808" y="1325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polls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85248" y="1691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2s; parses metrics.json,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leaderboard.csv on completion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5532120" cy="3657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8346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 shapes (built by the backend)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3154680"/>
            <a:ext cx="5166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/ TTS 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(written only if details.evaluators is non-empty)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"evaluators": [ {id, name, system_prompt, judge_model, type, scale_min?, scale_max?}, … ] }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build_evaluator_cli_payload() pre-renders {{vars}} and bakes per-level rubric into the prompt.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tests / benchmarks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system_prompt, tools, test_cases: [ {id=test.uuid, …, evaluation.criteria: [{name, arguments?}] }, … ],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evaluators: [{id=evaluator.uuid, name(-uuid8 on collision), system_prompt, judge_model, type, scale_min?, scale_max?}, …] }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{{var}} kept unrendered; calibrate substitutes per test case using each criterion's arguments.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agent_url?, agent_headers?, personas_list, scenarios_list, tools, evaluators: [...] }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 fail-fast if evaluators is empty (require_simulation_evaluators()).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connection paths additionally include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--skip-verify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the backend ran </a:t>
            </a:r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TextAgentConnection.verify()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queueing the job.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5577840" cy="36576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backend reads 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15468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(every 2s)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 per-provider/model/sim folders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 rows in results.csv against expected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check for metrics.json presence (terminal marker)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heartbeat update_job(task_id) only when state actually changes (preserves updated_at for the 5-min timeout check).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rows back to evaluator UUIDs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/ TTS 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details.evaluators_map { name → uuid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tests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CLI echoes evaluator_id (= evaluator.uuid) on every judge_result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     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evaluation_results.csv row's evaluator_id field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detection (two layers)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process exit code != 0  OR  (b) expected outputs missing. Never treat stderr content as failure — the CLI emits benign cleanup tracebacks.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calibrate-backend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app. ~7000-line db.py is the single SQLite layer. Routers are flat. Background jobs are plain Python threads.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889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788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514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src/main.py — FastAPI app + lifespan hook. uvicorn run from cwd=src. Flat imports (no package).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Lifespan startup: init_db(), seed default user + evaluators, run job_recovery (kill orphans + restart in_progress + drain queued).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371600"/>
            <a:ext cx="27889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371600"/>
            <a:ext cx="2788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71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(one file per resource)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1828800"/>
            <a:ext cx="2514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users, user_limits, datasets, personas, scenarios, agents, tools, agent_tools, tests, agent_tests, stt, tts, simulations, evaluators, annotators, annotation_tasks, annotation_agreement, jobs, public, api_keys.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registers job starters at import 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371600"/>
            <a:ext cx="27889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371600"/>
            <a:ext cx="2788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371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1656" y="1828800"/>
            <a:ext cx="2514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— schema + CRUD + migrations.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— S3, presigned URLs, build_tool_configs, queue helpers, TaskStatus enum, Sentry capture.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auth_utils.py — JWT + dependencies.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dataset_utils.py — shared dataset resolution.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llm_judge.py — invoke + CLI payload.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53144" y="1371600"/>
            <a:ext cx="2788920" cy="4983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53144" y="1371600"/>
            <a:ext cx="278892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371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surfaces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0304" y="1828800"/>
            <a:ext cx="2514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JWT (Google OAuth | email+pw) HS256, 168h.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→ API keys (calib_…), bcrypt-hashed.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→ HTTP Basic.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→ JWT email == SUPERADMIN_EMAIL.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 tokens → /public/* bypasses auth middleware.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user-scoped, UUID-keyed, soft-deletable. JSON config columns for flexible fields, Pydantic validates at the API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66360" y="1280160"/>
            <a:ext cx="182880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39512" y="1335024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3317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23317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(type: agent | connection)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agent_tools  (M:N)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23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agent_tests  (M:N)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test_evaluators  (M:N, pinned version + variable_values)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783080"/>
            <a:ext cx="-454914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97480" y="2103120"/>
            <a:ext cx="23317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97480" y="2468880"/>
            <a:ext cx="23317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 (1 agent, N personas, M scenarios)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simulation_personas  (M:N)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4023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simulation_scenarios  (M:N)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simulation_evaluators (M:N, pinned version)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783080"/>
            <a:ext cx="-221742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29200" y="2103120"/>
            <a:ext cx="233172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2468880"/>
            <a:ext cx="2331720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(dataset_type: stt | tts)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dataset_items (text, audio_path)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STT/TTS jobs reference dataset_id in details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updated_at bumped on child mutation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1783080"/>
            <a:ext cx="11430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0920" y="2103120"/>
            <a:ext cx="2331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(judges)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60920" y="2468880"/>
            <a:ext cx="23317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(output_type: binary | rating)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evaluator_versions (prompt, rubric, judge_model)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pin evaluator_version_id at link time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defaults (owner_user_id IS NULL)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4023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— frozen, replaced by evaluators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389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annotation_*, annotators, evaluator_runs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1783080"/>
            <a:ext cx="244602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92640" y="2103120"/>
            <a:ext cx="2331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92640" y="2468880"/>
            <a:ext cx="23317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980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 (stt-eval, tts-eval)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2980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agent_test_jobs (llm-unit-test, llm-benchmark)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2980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simulation_jobs (text, voice)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82980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user_limits (per-user quotas)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829800" y="4023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api_keys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80760" y="1783080"/>
            <a:ext cx="4777740" cy="32004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65760" y="5806440"/>
            <a:ext cx="11475720" cy="594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85216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CRUD takes user_id  ·  cross-user access returns 404  ·  PRAGMA foreign_keys=OFF (FK constraints not enforced at SQL layer)  ·  UTC timestamps  ·  ALTER TABLE ADD COLUMN must use DEFAULT NULL (SQLite silently rejects DEFAULT CURRENT_TIMESTAMP)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schema — the judge surface for users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(output_type) lives on the evaluator. Rubric + prompt live per-version. Pivots pin a specific version so reruns of old jobs stay reproducible.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00" cy="5074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8366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· name · slug · owner_user_id (NULL = seeded default)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evaluator_type: tts | stt | llm | simulation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data_type: text | audio   (only audio routes audio bytes)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single | side_by_side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output_type: binary | rating   (← identity, stable across versions)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live_version_id → evaluator_versions.uuid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52958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evaluator_versions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· evaluator_id · version_number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judge_model (OpenRouter model id)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  (supports {{variable}} substitution via render_evaluator)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output_config = JSON rubric: scale = [{ value, name, description?, color? }, …]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(per-version; derived from prompt placeholders)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5120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5175504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(simulation_evaluators · test_evaluators · STT/TTS job details.evaluators)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pivot stores evaluator_version_id (pinned at link time)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variable_values JSON (per-link {{var}} substitutions)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5577840" cy="5074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invariants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212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pattern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job submission, linked evaluators are hydrated into the job row (shape per family). At read time, name/description are refreshed live from DB — renames flow through, numeric scores never recomputed.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Per-level rubric injection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_format_scale_rubric() appends a `Rubric:` block to the system prompt whenever scale entries carry descriptions — applied identically in /invoke and in the CLI payload.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defaults  (init_db is idempotent)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default-stt-transcription, default-tts-audio-quality, default-llm-next-reply, faithfulness, helpfulness, safety, conciseness, instruction-following. Live versions get UPDATEd when seed text changes; a new version is inserted so old pins stay reproducible.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→ evaluators migration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metrics rows are migrated to evaluators with source_metric_uuid back-reference. APIs reject legacy uuids with 400 + the migrated evaluator uuid in the error body.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— three independent queues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queue enforces a global cap (MAX_CONCURRENT_JOBS) and per-user cap (MAX_CONCURRENT_JOBS_PER_USER). Defaults: 1 /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033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queue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82880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9202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stt-eval · tts-eval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</a:t>
            </a:r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source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user_id column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7033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28032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 queue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44752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25112" y="182880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62272" y="19202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llm-unit-test · llm-benchmark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</a:t>
            </a:r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agent_test_jobs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source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agent_id → agents.user_id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371600"/>
            <a:ext cx="3703320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95944" y="1371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queue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444752"/>
            <a:ext cx="320040" cy="3200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93024" y="1828800"/>
            <a:ext cx="3703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330184" y="192024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types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· voice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</a:t>
            </a:r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simulation_jobs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source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simulation_id → simulations.user_id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749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row shape  (all 3 tables)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4160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uuid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43200" y="41605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023360" y="41605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identifier; returned to clients as task_id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4507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743200" y="4507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023360" y="45079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job-type slug (e.g. stt-eval, llm-benchmark, text)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40080" y="48554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2743200" y="48554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023360" y="48554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· in_progress · done · failed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40080" y="5202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2743200" y="52029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023360" y="52029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params, dataset/eval refs, pid/pgid, output_dir, snapshots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40080" y="55504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2743200" y="55504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023360" y="555040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/ model_results / provider_results / simulation_results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40080" y="5897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created_at, updated_at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2743200" y="5897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023360" y="58978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UTC. 5-min stale updated_at → marked failed (timeout)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lifecycle &amp; process discipline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→ maybe queue → spawn thread → spawn CLI subprocess → poll disk → mark terminal. Recovery on startup re-runs the dance for orphans.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166878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3716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66878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13716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ECFE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166878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95160" y="13716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78240" y="1668780"/>
            <a:ext cx="3200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4000" y="13716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error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486400" cy="3886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51206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job row + details (frozen snapshot of evaluators, agent config, tests, dataset).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global + per-user concurrency.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status=in_progress, spawn background thread now. NO → status=queued, FIFO.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 / delete / abort: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try_start_queued_*_job() walks the FIFO queue, skips users at per-user cap (fair scheduling). Every mutation that finalizes/aborts/deletes a job MUST call this — or queued work stalls.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startup (lifespan):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job_recovery.py kills orphan process groups, restarts in_progress jobs, drains queued jobs.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514600"/>
            <a:ext cx="5486400" cy="3886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606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discipline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971800"/>
            <a:ext cx="51206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subprocess.Popen(start_new_session=True)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stdout/stderr → temp files (pipes deadlock on full buffers).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+ pgid stored in details (STT/TTS &amp; voice sim only — agent tests block on process.wait() without PID tracking).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via os.killpg: SIGTERM → 0.5s → SIGKILL. Catches both ProcessLookupError and PermissionError (macOS zombies).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every 2s. update_job() only when state actually changes (preserves updated_at for 5-min timeout heuristic).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(simulations only)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_is_job_aborted() checked at 5 layers (inside loop, before DB writes, after loop, inside run_simulation_task, in exception handlers) — missing any one re-opens a race where the monitoring thread overwrites the abort state.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GCS artifact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bucket per tenant. Backend uploads after the CLI finishes; presigned URLs are minted on every read, never persisted.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tree  (calibrate-backend-artifacts)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0350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s3://&lt;bucket&gt;/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stt/evals/{task_id}/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config.json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outputs/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├─ logs, leaderboard.csv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├─ leaderboard/*.xlsx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└─ {provider}/  →  results.csv, metrics.json, logs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tts/evals/{task_id}/   (mirrors STT + audios/*.wav)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agent_tests/runs/{task_id}/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outputs/{provider}__{model}/  →  results, metrics, logs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agent_tests/benchmarks/{task_id}/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outputs/leaderboard/llm_leaderboard.csv  +  per-model dirs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simulations/runs/{task_id}/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outputs/simulation_persona_&lt;n&gt;_scenario_&lt;m&gt;/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transcript.json, evaluation_results.csv, audios/*.wav</a:t>
            </a:r>
            <a:endParaRPr lang="en-US" sz="100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datasets/{dataset_id}/                          (dataset items' audio)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95160" y="1371600"/>
            <a:ext cx="470916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463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1828800"/>
            <a:ext cx="43434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persist the URL. Always generated on the fly from the stored S3 key via _presign_audio_path().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upload during 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audio files are uploaded on-the-fly during in_progress so that voice sim status responses can return playable URLs before the run completes.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folder rule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_match_model_to_folder is exact, not substring — prevents gpt-5.4 absorbing gpt-5.4-mini's results.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item paths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full s3://bucket/key URIs (exception to the bare-key convention) so cross-bucket items can be referenced.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never streams from S3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parse files locally before the CLI's temp dir is cleaned, then upload. After upload, status endpoints redirect clients to S3 via presigned URL.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invariants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non-obvious rules that make the system work. Break any of these and something fails silently.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scoping is mandatory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DB call takes user_id. Cross-user access returns 404 (never 403) so existence is not leaked.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78808" y="132588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8808" y="132588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everywhere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61688" y="16642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stores UTC. Compare against CURRENT_TIMESTAMP with datetime.utcnow() — never datetime.now().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91856" y="132588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91856" y="132588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3898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results are disk-only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74736" y="166420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STT/TTS in_progress data lives only on the CLI's disk. Error/timeout handlers MUST collect first or successful providers' data is lost.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2316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update_job() only on state change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5-min stale-updated_at timeout fires on healthy long runs.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78808" y="242316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8808" y="242316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Subprocesses run in their own session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61688" y="27614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start_new_session=True so kill targets the whole process group; SIGTERM → 0.5s → SIGKILL.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91856" y="242316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91856" y="242316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guarded at 5 layers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74736" y="276148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aborts check _is_job_aborted at every layer — monitoring thread otherwise overwrites the abort state.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5204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52044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844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Snapshot, but enrich live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8587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rows snapshot evaluator linkage + execution metadata; description/name resolved live from current DB on read. Scores never recomputed.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78808" y="35204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8808" y="352044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61688" y="35844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jobs cascade through reads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61688" y="38587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Soft-deleting an annotation_jobs row leaves annotations intact, but every read JOINs on annotation_jobs.deleted_at IS NULL — the labels vanish atomically from agreement views.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91856" y="352044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91856" y="352044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5844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re-trigger the queue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74736" y="385876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completion/abort/delete must call try_start_queued_*_job — otherwise queued work stalls forever.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617720"/>
            <a:ext cx="3703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4617720"/>
            <a:ext cx="9144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681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pinned &lt;0.122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9560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calibrate-agent → pipecat-ai. Don't loosen casually.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5852160"/>
            <a:ext cx="114757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585216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Calibrate, in one line:  an open-source CLI for voice/LLM evals that a thin FastAPI + SQLite + S3 backend turns into a multi-user, queue-backed eval platform.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· Architecture overview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65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Calibrate — Architecture</dc:title>
  <dc:subject>PptxGenJS Presentation</dc:subject>
  <dc:creator>Calibrate</dc:creator>
  <cp:lastModifiedBy>Calibrate</cp:lastModifiedBy>
  <cp:revision>1</cp:revision>
  <dcterms:created xsi:type="dcterms:W3CDTF">2026-05-19T10:19:40Z</dcterms:created>
  <dcterms:modified xsi:type="dcterms:W3CDTF">2026-05-19T10:19:40Z</dcterms:modified>
</cp:coreProperties>
</file>