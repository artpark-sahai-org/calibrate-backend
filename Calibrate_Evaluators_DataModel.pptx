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are prompts, and prompts evolve. The data model is shaped to one question: can a result from yesterday still mean the same thing tomorrow?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15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judge's prompt and you've silently invalidated every past run that used it. "4/5 on faithfulness" last month and "4/5" today aren't the same number anymore. Rename the judge and you also don't want to fork every past row.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1143000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057400"/>
            <a:ext cx="978408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097280" y="1874520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/ prompt iteration 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3774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774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 row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Faithfulness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output_type: rating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evaluator_type: llm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(stable forever)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0" y="2423160"/>
            <a:ext cx="1051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2468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27614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the answer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context?"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0" y="35844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60520" y="2423160"/>
            <a:ext cx="1051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2468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27614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"Score how well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grounded…"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60520" y="35844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94960" y="2423160"/>
            <a:ext cx="1051560" cy="1417320"/>
          </a:xfrm>
          <a:prstGeom prst="rect">
            <a:avLst/>
          </a:prstGeom>
          <a:solidFill>
            <a:srgbClr val="F3E8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2468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7614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"Rate fidelity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evidence."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94960" y="35844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623560" y="2286000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22860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468880" y="2926080"/>
            <a:ext cx="4114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2926080" y="38862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evaluator_versions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(rubric + prompt; append-only)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828800" y="2670048"/>
            <a:ext cx="4069080" cy="-18288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2103120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live_version_id →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75120" y="2286000"/>
            <a:ext cx="1783080" cy="640080"/>
          </a:xfrm>
          <a:prstGeom prst="rect">
            <a:avLst/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"RAG-1"  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→ </a:t>
            </a:r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51860" y="3840480"/>
            <a:ext cx="3223260" cy="-1234440"/>
          </a:xfrm>
          <a:prstGeom prst="line">
            <a:avLst/>
          </a:prstGeom>
          <a:noFill/>
          <a:ln w="9525">
            <a:solidFill>
              <a:srgbClr val="94A3B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675120" y="2971800"/>
            <a:ext cx="1783080" cy="640080"/>
          </a:xfrm>
          <a:prstGeom prst="rect">
            <a:avLst/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3017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"Refunds"  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→ </a:t>
            </a:r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86300" y="3840480"/>
            <a:ext cx="1988820" cy="-548640"/>
          </a:xfrm>
          <a:prstGeom prst="line">
            <a:avLst/>
          </a:prstGeom>
          <a:noFill/>
          <a:ln w="9525">
            <a:solidFill>
              <a:srgbClr val="94A3B8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675120" y="3703320"/>
            <a:ext cx="1783080" cy="640080"/>
          </a:xfrm>
          <a:prstGeom prst="rect">
            <a:avLst/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"QA-7"  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→ </a:t>
            </a:r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20740" y="3840480"/>
            <a:ext cx="754380" cy="182880"/>
          </a:xfrm>
          <a:prstGeom prst="line">
            <a:avLst/>
          </a:prstGeom>
          <a:noFill/>
          <a:ln w="9525">
            <a:solidFill>
              <a:srgbClr val="94A3B8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6675120" y="43708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test_evaluators / simulation_evaluators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(pin version_id at link time)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686800" y="2560320"/>
            <a:ext cx="301752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0" y="26334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rows  (jobs.details / agent_test_jobs / simulation_jobs)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778240" y="2852928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submit 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snapshot:  uuid + pinned version_id + variable_values  →  frozen in details.evaluators.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read  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 re-fetched live from the current evaluators row.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 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recomputed — they belong to the pinned version's prompt.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503920" y="3108960"/>
            <a:ext cx="164592" cy="914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65760" y="4754880"/>
            <a:ext cx="3749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" y="4864608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864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60120" y="4873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separate from prompt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548640" y="53035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evaluators row holds what consumers depend on — output_type (binary vs rating), evaluator_type, name. The prompt and rubric scale live one table down on evaluator_versions. You can iterate on wording for years without ever changing what a "Faithfulness rating" means in code that reads the score.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233672" y="4754880"/>
            <a:ext cx="3749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70832" y="4864608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70832" y="4864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828032" y="4873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pin a specific version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4416552" y="53035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add an evaluator to a test or simulation, the pivot row stores both evaluator_id and evaluator_version_id. The version is fixed at link time. Editing the prompt later inserts a new version — old links still point at the version they were created with, so older runs still reproduce.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101584" y="4754880"/>
            <a:ext cx="3749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38744" y="4864608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38744" y="4864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695944" y="4873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the linkage, refresh the labels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8284464" y="53035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rows freeze the linkage at submit. But name and description are re-read from the live evaluators row on every API response. Rename "Faithfulness" → "Groundedness" and every past result picks up the new label without rewriting any history. Numbers stay; words update.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plays out in two corner cases:  seeded defaults  (owner_user_id IS NULL; init_db updates metadata in place, inserts a new version if the seed prompt/rubric changes)  ·  legacy metrics  (frozen table; API rejects old uuids with the migrated evaluator uuid via source_metric_uuid).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Evaluator design</dc:title>
  <dc:subject>PptxGenJS Presentation</dc:subject>
  <dc:creator>Calibrate</dc:creator>
  <cp:lastModifiedBy>Calibrate</cp:lastModifiedBy>
  <cp:revision>1</cp:revision>
  <dcterms:created xsi:type="dcterms:W3CDTF">2026-05-19T11:15:16Z</dcterms:created>
  <dcterms:modified xsi:type="dcterms:W3CDTF">2026-05-19T11:15:16Z</dcterms:modified>
</cp:coreProperties>
</file>